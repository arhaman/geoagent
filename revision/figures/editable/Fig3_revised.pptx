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3"/>
  </p:notesMasterIdLst>
  <p:sldIdLst>
    <p:sldId id="257" r:id="rId2"/>
  </p:sldIdLst>
  <p:sldSz cx="10607675" cy="6126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30369-6B2F-4E18-98F8-60077EC59E7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57238" y="1143000"/>
            <a:ext cx="5343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02611-3557-4719-826A-D8487EFE8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6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0176" rtl="0" eaLnBrk="1" latinLnBrk="0" hangingPunct="1">
      <a:defRPr sz="1129" kern="1200">
        <a:solidFill>
          <a:schemeClr val="tx1"/>
        </a:solidFill>
        <a:latin typeface="+mn-lt"/>
        <a:ea typeface="+mn-ea"/>
        <a:cs typeface="+mn-cs"/>
      </a:defRPr>
    </a:lvl1pPr>
    <a:lvl2pPr marL="430088" algn="l" defTabSz="860176" rtl="0" eaLnBrk="1" latinLnBrk="0" hangingPunct="1">
      <a:defRPr sz="1129" kern="1200">
        <a:solidFill>
          <a:schemeClr val="tx1"/>
        </a:solidFill>
        <a:latin typeface="+mn-lt"/>
        <a:ea typeface="+mn-ea"/>
        <a:cs typeface="+mn-cs"/>
      </a:defRPr>
    </a:lvl2pPr>
    <a:lvl3pPr marL="860176" algn="l" defTabSz="860176" rtl="0" eaLnBrk="1" latinLnBrk="0" hangingPunct="1">
      <a:defRPr sz="1129" kern="1200">
        <a:solidFill>
          <a:schemeClr val="tx1"/>
        </a:solidFill>
        <a:latin typeface="+mn-lt"/>
        <a:ea typeface="+mn-ea"/>
        <a:cs typeface="+mn-cs"/>
      </a:defRPr>
    </a:lvl3pPr>
    <a:lvl4pPr marL="1290264" algn="l" defTabSz="860176" rtl="0" eaLnBrk="1" latinLnBrk="0" hangingPunct="1">
      <a:defRPr sz="1129" kern="1200">
        <a:solidFill>
          <a:schemeClr val="tx1"/>
        </a:solidFill>
        <a:latin typeface="+mn-lt"/>
        <a:ea typeface="+mn-ea"/>
        <a:cs typeface="+mn-cs"/>
      </a:defRPr>
    </a:lvl4pPr>
    <a:lvl5pPr marL="1720352" algn="l" defTabSz="860176" rtl="0" eaLnBrk="1" latinLnBrk="0" hangingPunct="1">
      <a:defRPr sz="1129" kern="1200">
        <a:solidFill>
          <a:schemeClr val="tx1"/>
        </a:solidFill>
        <a:latin typeface="+mn-lt"/>
        <a:ea typeface="+mn-ea"/>
        <a:cs typeface="+mn-cs"/>
      </a:defRPr>
    </a:lvl5pPr>
    <a:lvl6pPr marL="2150440" algn="l" defTabSz="860176" rtl="0" eaLnBrk="1" latinLnBrk="0" hangingPunct="1">
      <a:defRPr sz="1129" kern="1200">
        <a:solidFill>
          <a:schemeClr val="tx1"/>
        </a:solidFill>
        <a:latin typeface="+mn-lt"/>
        <a:ea typeface="+mn-ea"/>
        <a:cs typeface="+mn-cs"/>
      </a:defRPr>
    </a:lvl6pPr>
    <a:lvl7pPr marL="2580528" algn="l" defTabSz="860176" rtl="0" eaLnBrk="1" latinLnBrk="0" hangingPunct="1">
      <a:defRPr sz="1129" kern="1200">
        <a:solidFill>
          <a:schemeClr val="tx1"/>
        </a:solidFill>
        <a:latin typeface="+mn-lt"/>
        <a:ea typeface="+mn-ea"/>
        <a:cs typeface="+mn-cs"/>
      </a:defRPr>
    </a:lvl7pPr>
    <a:lvl8pPr marL="3010616" algn="l" defTabSz="860176" rtl="0" eaLnBrk="1" latinLnBrk="0" hangingPunct="1">
      <a:defRPr sz="1129" kern="1200">
        <a:solidFill>
          <a:schemeClr val="tx1"/>
        </a:solidFill>
        <a:latin typeface="+mn-lt"/>
        <a:ea typeface="+mn-ea"/>
        <a:cs typeface="+mn-cs"/>
      </a:defRPr>
    </a:lvl8pPr>
    <a:lvl9pPr marL="3440704" algn="l" defTabSz="860176" rtl="0" eaLnBrk="1" latinLnBrk="0" hangingPunct="1">
      <a:defRPr sz="11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57238" y="1143000"/>
            <a:ext cx="53435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5960" y="1002593"/>
            <a:ext cx="7955756" cy="2132812"/>
          </a:xfrm>
        </p:spPr>
        <p:txBody>
          <a:bodyPr anchor="b"/>
          <a:lstStyle>
            <a:lvl1pPr algn="ctr">
              <a:defRPr sz="5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5960" y="3217654"/>
            <a:ext cx="7955756" cy="1479071"/>
          </a:xfrm>
        </p:spPr>
        <p:txBody>
          <a:bodyPr/>
          <a:lstStyle>
            <a:lvl1pPr marL="0" indent="0" algn="ctr">
              <a:buNone/>
              <a:defRPr sz="2088"/>
            </a:lvl1pPr>
            <a:lvl2pPr marL="397810" indent="0" algn="ctr">
              <a:buNone/>
              <a:defRPr sz="1740"/>
            </a:lvl2pPr>
            <a:lvl3pPr marL="795619" indent="0" algn="ctr">
              <a:buNone/>
              <a:defRPr sz="1566"/>
            </a:lvl3pPr>
            <a:lvl4pPr marL="1193429" indent="0" algn="ctr">
              <a:buNone/>
              <a:defRPr sz="1392"/>
            </a:lvl4pPr>
            <a:lvl5pPr marL="1591239" indent="0" algn="ctr">
              <a:buNone/>
              <a:defRPr sz="1392"/>
            </a:lvl5pPr>
            <a:lvl6pPr marL="1989049" indent="0" algn="ctr">
              <a:buNone/>
              <a:defRPr sz="1392"/>
            </a:lvl6pPr>
            <a:lvl7pPr marL="2386858" indent="0" algn="ctr">
              <a:buNone/>
              <a:defRPr sz="1392"/>
            </a:lvl7pPr>
            <a:lvl8pPr marL="2784668" indent="0" algn="ctr">
              <a:buNone/>
              <a:defRPr sz="1392"/>
            </a:lvl8pPr>
            <a:lvl9pPr marL="3182478" indent="0" algn="ctr">
              <a:buNone/>
              <a:defRPr sz="13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5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8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53" y="1527287"/>
            <a:ext cx="9149120" cy="2548313"/>
          </a:xfrm>
        </p:spPr>
        <p:txBody>
          <a:bodyPr anchor="b"/>
          <a:lstStyle>
            <a:lvl1pPr>
              <a:defRPr sz="5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753" y="4099708"/>
            <a:ext cx="9149120" cy="1340098"/>
          </a:xfrm>
        </p:spPr>
        <p:txBody>
          <a:bodyPr/>
          <a:lstStyle>
            <a:lvl1pPr marL="0" indent="0">
              <a:buNone/>
              <a:defRPr sz="2088">
                <a:solidFill>
                  <a:schemeClr val="tx1">
                    <a:tint val="75000"/>
                  </a:schemeClr>
                </a:solidFill>
              </a:defRPr>
            </a:lvl1pPr>
            <a:lvl2pPr marL="397810" indent="0">
              <a:buNone/>
              <a:defRPr sz="1740">
                <a:solidFill>
                  <a:schemeClr val="tx1">
                    <a:tint val="75000"/>
                  </a:schemeClr>
                </a:solidFill>
              </a:defRPr>
            </a:lvl2pPr>
            <a:lvl3pPr marL="795619" indent="0">
              <a:buNone/>
              <a:defRPr sz="1566">
                <a:solidFill>
                  <a:schemeClr val="tx1">
                    <a:tint val="75000"/>
                  </a:schemeClr>
                </a:solidFill>
              </a:defRPr>
            </a:lvl3pPr>
            <a:lvl4pPr marL="1193429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4pPr>
            <a:lvl5pPr marL="1591239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5pPr>
            <a:lvl6pPr marL="1989049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6pPr>
            <a:lvl7pPr marL="2386858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7pPr>
            <a:lvl8pPr marL="2784668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8pPr>
            <a:lvl9pPr marL="3182478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9278" y="1630807"/>
            <a:ext cx="4508262" cy="38869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0135" y="1630807"/>
            <a:ext cx="4508262" cy="38869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67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659" y="326162"/>
            <a:ext cx="9149120" cy="11841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660" y="1501761"/>
            <a:ext cx="4487543" cy="735990"/>
          </a:xfrm>
        </p:spPr>
        <p:txBody>
          <a:bodyPr anchor="b"/>
          <a:lstStyle>
            <a:lvl1pPr marL="0" indent="0">
              <a:buNone/>
              <a:defRPr sz="2088" b="1"/>
            </a:lvl1pPr>
            <a:lvl2pPr marL="397810" indent="0">
              <a:buNone/>
              <a:defRPr sz="1740" b="1"/>
            </a:lvl2pPr>
            <a:lvl3pPr marL="795619" indent="0">
              <a:buNone/>
              <a:defRPr sz="1566" b="1"/>
            </a:lvl3pPr>
            <a:lvl4pPr marL="1193429" indent="0">
              <a:buNone/>
              <a:defRPr sz="1392" b="1"/>
            </a:lvl4pPr>
            <a:lvl5pPr marL="1591239" indent="0">
              <a:buNone/>
              <a:defRPr sz="1392" b="1"/>
            </a:lvl5pPr>
            <a:lvl6pPr marL="1989049" indent="0">
              <a:buNone/>
              <a:defRPr sz="1392" b="1"/>
            </a:lvl6pPr>
            <a:lvl7pPr marL="2386858" indent="0">
              <a:buNone/>
              <a:defRPr sz="1392" b="1"/>
            </a:lvl7pPr>
            <a:lvl8pPr marL="2784668" indent="0">
              <a:buNone/>
              <a:defRPr sz="1392" b="1"/>
            </a:lvl8pPr>
            <a:lvl9pPr marL="3182478" indent="0">
              <a:buNone/>
              <a:defRPr sz="13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0660" y="2237751"/>
            <a:ext cx="4487543" cy="32913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0135" y="1501761"/>
            <a:ext cx="4509644" cy="735990"/>
          </a:xfrm>
        </p:spPr>
        <p:txBody>
          <a:bodyPr anchor="b"/>
          <a:lstStyle>
            <a:lvl1pPr marL="0" indent="0">
              <a:buNone/>
              <a:defRPr sz="2088" b="1"/>
            </a:lvl1pPr>
            <a:lvl2pPr marL="397810" indent="0">
              <a:buNone/>
              <a:defRPr sz="1740" b="1"/>
            </a:lvl2pPr>
            <a:lvl3pPr marL="795619" indent="0">
              <a:buNone/>
              <a:defRPr sz="1566" b="1"/>
            </a:lvl3pPr>
            <a:lvl4pPr marL="1193429" indent="0">
              <a:buNone/>
              <a:defRPr sz="1392" b="1"/>
            </a:lvl4pPr>
            <a:lvl5pPr marL="1591239" indent="0">
              <a:buNone/>
              <a:defRPr sz="1392" b="1"/>
            </a:lvl5pPr>
            <a:lvl6pPr marL="1989049" indent="0">
              <a:buNone/>
              <a:defRPr sz="1392" b="1"/>
            </a:lvl6pPr>
            <a:lvl7pPr marL="2386858" indent="0">
              <a:buNone/>
              <a:defRPr sz="1392" b="1"/>
            </a:lvl7pPr>
            <a:lvl8pPr marL="2784668" indent="0">
              <a:buNone/>
              <a:defRPr sz="1392" b="1"/>
            </a:lvl8pPr>
            <a:lvl9pPr marL="3182478" indent="0">
              <a:buNone/>
              <a:defRPr sz="13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0135" y="2237751"/>
            <a:ext cx="4509644" cy="32913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0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4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660" y="408411"/>
            <a:ext cx="3421251" cy="1429438"/>
          </a:xfrm>
        </p:spPr>
        <p:txBody>
          <a:bodyPr anchor="b"/>
          <a:lstStyle>
            <a:lvl1pPr>
              <a:defRPr sz="27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9644" y="882055"/>
            <a:ext cx="5370135" cy="4353546"/>
          </a:xfrm>
        </p:spPr>
        <p:txBody>
          <a:bodyPr/>
          <a:lstStyle>
            <a:lvl1pPr>
              <a:defRPr sz="2784"/>
            </a:lvl1pPr>
            <a:lvl2pPr>
              <a:defRPr sz="2436"/>
            </a:lvl2pPr>
            <a:lvl3pPr>
              <a:defRPr sz="2088"/>
            </a:lvl3pPr>
            <a:lvl4pPr>
              <a:defRPr sz="1740"/>
            </a:lvl4pPr>
            <a:lvl5pPr>
              <a:defRPr sz="1740"/>
            </a:lvl5pPr>
            <a:lvl6pPr>
              <a:defRPr sz="1740"/>
            </a:lvl6pPr>
            <a:lvl7pPr>
              <a:defRPr sz="1740"/>
            </a:lvl7pPr>
            <a:lvl8pPr>
              <a:defRPr sz="1740"/>
            </a:lvl8pPr>
            <a:lvl9pPr>
              <a:defRPr sz="17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0660" y="1837849"/>
            <a:ext cx="3421251" cy="3404842"/>
          </a:xfrm>
        </p:spPr>
        <p:txBody>
          <a:bodyPr/>
          <a:lstStyle>
            <a:lvl1pPr marL="0" indent="0">
              <a:buNone/>
              <a:defRPr sz="1392"/>
            </a:lvl1pPr>
            <a:lvl2pPr marL="397810" indent="0">
              <a:buNone/>
              <a:defRPr sz="1218"/>
            </a:lvl2pPr>
            <a:lvl3pPr marL="795619" indent="0">
              <a:buNone/>
              <a:defRPr sz="1044"/>
            </a:lvl3pPr>
            <a:lvl4pPr marL="1193429" indent="0">
              <a:buNone/>
              <a:defRPr sz="870"/>
            </a:lvl4pPr>
            <a:lvl5pPr marL="1591239" indent="0">
              <a:buNone/>
              <a:defRPr sz="870"/>
            </a:lvl5pPr>
            <a:lvl6pPr marL="1989049" indent="0">
              <a:buNone/>
              <a:defRPr sz="870"/>
            </a:lvl6pPr>
            <a:lvl7pPr marL="2386858" indent="0">
              <a:buNone/>
              <a:defRPr sz="870"/>
            </a:lvl7pPr>
            <a:lvl8pPr marL="2784668" indent="0">
              <a:buNone/>
              <a:defRPr sz="870"/>
            </a:lvl8pPr>
            <a:lvl9pPr marL="3182478" indent="0">
              <a:buNone/>
              <a:defRPr sz="8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5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660" y="408411"/>
            <a:ext cx="3421251" cy="1429438"/>
          </a:xfrm>
        </p:spPr>
        <p:txBody>
          <a:bodyPr anchor="b"/>
          <a:lstStyle>
            <a:lvl1pPr>
              <a:defRPr sz="27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09644" y="882055"/>
            <a:ext cx="5370135" cy="4353546"/>
          </a:xfrm>
        </p:spPr>
        <p:txBody>
          <a:bodyPr anchor="t"/>
          <a:lstStyle>
            <a:lvl1pPr marL="0" indent="0">
              <a:buNone/>
              <a:defRPr sz="2784"/>
            </a:lvl1pPr>
            <a:lvl2pPr marL="397810" indent="0">
              <a:buNone/>
              <a:defRPr sz="2436"/>
            </a:lvl2pPr>
            <a:lvl3pPr marL="795619" indent="0">
              <a:buNone/>
              <a:defRPr sz="2088"/>
            </a:lvl3pPr>
            <a:lvl4pPr marL="1193429" indent="0">
              <a:buNone/>
              <a:defRPr sz="1740"/>
            </a:lvl4pPr>
            <a:lvl5pPr marL="1591239" indent="0">
              <a:buNone/>
              <a:defRPr sz="1740"/>
            </a:lvl5pPr>
            <a:lvl6pPr marL="1989049" indent="0">
              <a:buNone/>
              <a:defRPr sz="1740"/>
            </a:lvl6pPr>
            <a:lvl7pPr marL="2386858" indent="0">
              <a:buNone/>
              <a:defRPr sz="1740"/>
            </a:lvl7pPr>
            <a:lvl8pPr marL="2784668" indent="0">
              <a:buNone/>
              <a:defRPr sz="1740"/>
            </a:lvl8pPr>
            <a:lvl9pPr marL="3182478" indent="0">
              <a:buNone/>
              <a:defRPr sz="17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0660" y="1837849"/>
            <a:ext cx="3421251" cy="3404842"/>
          </a:xfrm>
        </p:spPr>
        <p:txBody>
          <a:bodyPr/>
          <a:lstStyle>
            <a:lvl1pPr marL="0" indent="0">
              <a:buNone/>
              <a:defRPr sz="1392"/>
            </a:lvl1pPr>
            <a:lvl2pPr marL="397810" indent="0">
              <a:buNone/>
              <a:defRPr sz="1218"/>
            </a:lvl2pPr>
            <a:lvl3pPr marL="795619" indent="0">
              <a:buNone/>
              <a:defRPr sz="1044"/>
            </a:lvl3pPr>
            <a:lvl4pPr marL="1193429" indent="0">
              <a:buNone/>
              <a:defRPr sz="870"/>
            </a:lvl4pPr>
            <a:lvl5pPr marL="1591239" indent="0">
              <a:buNone/>
              <a:defRPr sz="870"/>
            </a:lvl5pPr>
            <a:lvl6pPr marL="1989049" indent="0">
              <a:buNone/>
              <a:defRPr sz="870"/>
            </a:lvl6pPr>
            <a:lvl7pPr marL="2386858" indent="0">
              <a:buNone/>
              <a:defRPr sz="870"/>
            </a:lvl7pPr>
            <a:lvl8pPr marL="2784668" indent="0">
              <a:buNone/>
              <a:defRPr sz="870"/>
            </a:lvl8pPr>
            <a:lvl9pPr marL="3182478" indent="0">
              <a:buNone/>
              <a:defRPr sz="8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8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7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1117" y="326161"/>
            <a:ext cx="2287280" cy="51916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9278" y="326161"/>
            <a:ext cx="6729244" cy="51916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88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3666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9278" y="326162"/>
            <a:ext cx="9149120" cy="1184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278" y="1630807"/>
            <a:ext cx="9149120" cy="3886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278" y="5678046"/>
            <a:ext cx="2386727" cy="326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0C3F3-B752-47EF-B6D3-F882277164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3793" y="5678046"/>
            <a:ext cx="3580090" cy="326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91670" y="5678046"/>
            <a:ext cx="2386727" cy="326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62841-5E5C-47A3-9954-B17843DD6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7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795619" rtl="0" eaLnBrk="1" latinLnBrk="0" hangingPunct="1">
        <a:lnSpc>
          <a:spcPct val="90000"/>
        </a:lnSpc>
        <a:spcBef>
          <a:spcPct val="0"/>
        </a:spcBef>
        <a:buNone/>
        <a:defRPr sz="38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905" indent="-198905" algn="l" defTabSz="795619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36" kern="1200">
          <a:solidFill>
            <a:schemeClr val="tx1"/>
          </a:solidFill>
          <a:latin typeface="+mn-lt"/>
          <a:ea typeface="+mn-ea"/>
          <a:cs typeface="+mn-cs"/>
        </a:defRPr>
      </a:lvl1pPr>
      <a:lvl2pPr marL="596715" indent="-198905" algn="l" defTabSz="795619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88" kern="1200">
          <a:solidFill>
            <a:schemeClr val="tx1"/>
          </a:solidFill>
          <a:latin typeface="+mn-lt"/>
          <a:ea typeface="+mn-ea"/>
          <a:cs typeface="+mn-cs"/>
        </a:defRPr>
      </a:lvl2pPr>
      <a:lvl3pPr marL="994524" indent="-198905" algn="l" defTabSz="795619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3pPr>
      <a:lvl4pPr marL="1392334" indent="-198905" algn="l" defTabSz="795619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4pPr>
      <a:lvl5pPr marL="1790144" indent="-198905" algn="l" defTabSz="795619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5pPr>
      <a:lvl6pPr marL="2187953" indent="-198905" algn="l" defTabSz="795619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6pPr>
      <a:lvl7pPr marL="2585763" indent="-198905" algn="l" defTabSz="795619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7pPr>
      <a:lvl8pPr marL="2983573" indent="-198905" algn="l" defTabSz="795619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8pPr>
      <a:lvl9pPr marL="3381383" indent="-198905" algn="l" defTabSz="795619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5619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1pPr>
      <a:lvl2pPr marL="397810" algn="l" defTabSz="795619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2pPr>
      <a:lvl3pPr marL="795619" algn="l" defTabSz="795619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3pPr>
      <a:lvl4pPr marL="1193429" algn="l" defTabSz="795619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4pPr>
      <a:lvl5pPr marL="1591239" algn="l" defTabSz="795619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5pPr>
      <a:lvl6pPr marL="1989049" algn="l" defTabSz="795619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6pPr>
      <a:lvl7pPr marL="2386858" algn="l" defTabSz="795619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7pPr>
      <a:lvl8pPr marL="2784668" algn="l" defTabSz="795619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8pPr>
      <a:lvl9pPr marL="3182478" algn="l" defTabSz="795619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0000" y="65285"/>
            <a:ext cx="62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GeoAgent — reliability loop with LLM orchestration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658394" y="698418"/>
            <a:ext cx="2971800" cy="1828800"/>
          </a:xfrm>
          <a:prstGeom prst="hexagon">
            <a:avLst/>
          </a:prstGeom>
          <a:solidFill>
            <a:srgbClr val="1E2761"/>
          </a:solidFill>
          <a:ln w="3175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58394" y="92701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orchestrator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58394" y="1338497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claude-sonnet-5 · Anthropic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policy, tool calls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09756" y="2755817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4109756" y="2755817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get_reliability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27074" y="2755817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5527074" y="2755817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4395" y="2755817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6944395" y="2755817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audit note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1434" y="2527217"/>
            <a:ext cx="0" cy="201168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052356" y="241217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07B39"/>
          </a:solidFill>
          <a:ln/>
        </p:spPr>
      </p:sp>
      <p:sp>
        <p:nvSpPr>
          <p:cNvPr id="14" name="Text 12"/>
          <p:cNvSpPr/>
          <p:nvPr/>
        </p:nvSpPr>
        <p:spPr>
          <a:xfrm>
            <a:off x="2052356" y="241217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PERCEIVE · TTA×8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90315" y="241217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07B39"/>
          </a:solidFill>
          <a:ln/>
        </p:spPr>
      </p:sp>
      <p:sp>
        <p:nvSpPr>
          <p:cNvPr id="16" name="Text 14"/>
          <p:cNvSpPr/>
          <p:nvPr/>
        </p:nvSpPr>
        <p:spPr>
          <a:xfrm>
            <a:off x="8590315" y="241217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DECIDE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90315" y="3441617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07B39"/>
          </a:solidFill>
          <a:ln/>
        </p:spPr>
      </p:sp>
      <p:sp>
        <p:nvSpPr>
          <p:cNvPr id="18" name="Text 16"/>
          <p:cNvSpPr/>
          <p:nvPr/>
        </p:nvSpPr>
        <p:spPr>
          <a:xfrm>
            <a:off x="8590315" y="3441617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DELIVER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52356" y="3441617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07B39"/>
          </a:solidFill>
          <a:ln/>
        </p:spPr>
      </p:sp>
      <p:sp>
        <p:nvSpPr>
          <p:cNvPr id="20" name="Text 18"/>
          <p:cNvSpPr/>
          <p:nvPr/>
        </p:nvSpPr>
        <p:spPr>
          <a:xfrm>
            <a:off x="2052356" y="3441617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LEARN (gated)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43996" y="515537"/>
            <a:ext cx="4800601" cy="0"/>
          </a:xfrm>
          <a:prstGeom prst="line">
            <a:avLst/>
          </a:prstGeom>
          <a:noFill/>
          <a:ln w="28575">
            <a:solidFill>
              <a:srgbClr val="B35C1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13274" y="835579"/>
            <a:ext cx="0" cy="2560320"/>
          </a:xfrm>
          <a:prstGeom prst="line">
            <a:avLst/>
          </a:prstGeom>
          <a:noFill/>
          <a:ln w="28575">
            <a:solidFill>
              <a:srgbClr val="B35C1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3683039" y="3715941"/>
            <a:ext cx="4861558" cy="45709"/>
          </a:xfrm>
          <a:prstGeom prst="line">
            <a:avLst/>
          </a:prstGeom>
          <a:noFill/>
          <a:ln w="28575">
            <a:solidFill>
              <a:srgbClr val="B35C1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 flipV="1">
            <a:off x="2857028" y="789861"/>
            <a:ext cx="18288" cy="2606041"/>
          </a:xfrm>
          <a:prstGeom prst="line">
            <a:avLst/>
          </a:prstGeom>
          <a:noFill/>
          <a:ln w="28575">
            <a:solidFill>
              <a:srgbClr val="B35C1E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64437" y="1621961"/>
            <a:ext cx="1188720" cy="1819654"/>
          </a:xfrm>
          <a:prstGeom prst="line">
            <a:avLst/>
          </a:prstGeom>
          <a:noFill/>
          <a:ln w="25400">
            <a:solidFill>
              <a:srgbClr val="D4A017"/>
            </a:solidFill>
            <a:prstDash val="dash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350237" y="217808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8A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1400" dirty="0"/>
          </a:p>
          <a:p>
            <a:pPr algn="ctr"/>
            <a:r>
              <a:rPr lang="en-US" sz="1400" i="1" dirty="0">
                <a:solidFill>
                  <a:srgbClr val="8A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audit</a:t>
            </a:r>
            <a:endParaRPr lang="en-US" sz="1400" dirty="0"/>
          </a:p>
        </p:txBody>
      </p:sp>
      <p:pic>
        <p:nvPicPr>
          <p:cNvPr id="27" name="Image 0" descr="patch_fac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14" y="1098217"/>
            <a:ext cx="2194560" cy="1788163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18840" y="1090009"/>
            <a:ext cx="2195439" cy="1808244"/>
          </a:xfrm>
          <a:prstGeom prst="rect">
            <a:avLst/>
          </a:prstGeom>
          <a:ln w="1905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8295" y="294210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patch</a:t>
            </a:r>
            <a:endParaRPr lang="en-US" sz="1400" b="1" dirty="0"/>
          </a:p>
        </p:txBody>
      </p:sp>
      <p:sp>
        <p:nvSpPr>
          <p:cNvPr id="31" name="Text 28"/>
          <p:cNvSpPr/>
          <p:nvPr/>
        </p:nvSpPr>
        <p:spPr>
          <a:xfrm>
            <a:off x="448295" y="3169593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policy;</a:t>
            </a:r>
            <a:endParaRPr lang="en-US" sz="1200" dirty="0"/>
          </a:p>
          <a:p>
            <a:pPr algn="ctr"/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applies + audits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60714" y="4356019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F0F3F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3594" y="442917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43594" y="4813218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1F6F8B"/>
          </a:solidFill>
          <a:ln/>
        </p:spPr>
      </p:sp>
      <p:sp>
        <p:nvSpPr>
          <p:cNvPr id="35" name="Text 32"/>
          <p:cNvSpPr/>
          <p:nvPr/>
        </p:nvSpPr>
        <p:spPr>
          <a:xfrm>
            <a:off x="543594" y="4813218"/>
            <a:ext cx="1691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generator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3-ch slice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2372394" y="4813218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1F6F8B"/>
          </a:solidFill>
          <a:ln/>
        </p:spPr>
      </p:sp>
      <p:sp>
        <p:nvSpPr>
          <p:cNvPr id="37" name="Text 34"/>
          <p:cNvSpPr/>
          <p:nvPr/>
        </p:nvSpPr>
        <p:spPr>
          <a:xfrm>
            <a:off x="2372394" y="4813218"/>
            <a:ext cx="1691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adjacent-slice (2.5D)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9-ch triplet i−1·i·i+1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201196" y="4813218"/>
            <a:ext cx="1005841" cy="731520"/>
          </a:xfrm>
          <a:prstGeom prst="roundRect">
            <a:avLst>
              <a:gd name="adj" fmla="val 7500"/>
            </a:avLst>
          </a:prstGeom>
          <a:solidFill>
            <a:srgbClr val="1F6F8B"/>
          </a:solidFill>
          <a:ln/>
        </p:spPr>
      </p:sp>
      <p:sp>
        <p:nvSpPr>
          <p:cNvPr id="39" name="Text 36"/>
          <p:cNvSpPr/>
          <p:nvPr/>
        </p:nvSpPr>
        <p:spPr>
          <a:xfrm>
            <a:off x="4201196" y="4813218"/>
            <a:ext cx="1005841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 ×8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298475" y="4813218"/>
            <a:ext cx="960121" cy="731520"/>
          </a:xfrm>
          <a:prstGeom prst="roundRect">
            <a:avLst>
              <a:gd name="adj" fmla="val 7500"/>
            </a:avLst>
          </a:prstGeom>
          <a:solidFill>
            <a:srgbClr val="1F6F8B"/>
          </a:solidFill>
          <a:ln/>
        </p:spPr>
      </p:sp>
      <p:sp>
        <p:nvSpPr>
          <p:cNvPr id="41" name="Text 38"/>
          <p:cNvSpPr/>
          <p:nvPr/>
        </p:nvSpPr>
        <p:spPr>
          <a:xfrm>
            <a:off x="5298475" y="4813218"/>
            <a:ext cx="960121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4612674" y="442917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i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PERCEIVE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532915" y="4840289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47" name="Text 44"/>
          <p:cNvSpPr/>
          <p:nvPr/>
        </p:nvSpPr>
        <p:spPr>
          <a:xfrm>
            <a:off x="6532915" y="4840289"/>
            <a:ext cx="1371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≥ 25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7995954" y="5023170"/>
            <a:ext cx="274320" cy="164592"/>
          </a:xfrm>
          <a:prstGeom prst="rightArrow">
            <a:avLst/>
          </a:prstGeom>
          <a:solidFill>
            <a:srgbClr val="2E7D32"/>
          </a:solidFill>
          <a:ln/>
        </p:spPr>
      </p:sp>
      <p:pic>
        <p:nvPicPr>
          <p:cNvPr id="49" name="Image 1" descr="patch_po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997" y="4294755"/>
            <a:ext cx="1645920" cy="1341121"/>
          </a:xfrm>
          <a:prstGeom prst="rect">
            <a:avLst/>
          </a:prstGeom>
        </p:spPr>
      </p:pic>
      <p:sp>
        <p:nvSpPr>
          <p:cNvPr id="50" name="Shape 46"/>
          <p:cNvSpPr/>
          <p:nvPr/>
        </p:nvSpPr>
        <p:spPr>
          <a:xfrm>
            <a:off x="8315999" y="4279658"/>
            <a:ext cx="1645919" cy="1362148"/>
          </a:xfrm>
          <a:prstGeom prst="rect">
            <a:avLst/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410404" y="573729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prediction</a:t>
            </a:r>
            <a:endParaRPr lang="en-US" sz="1400" b="1" dirty="0"/>
          </a:p>
        </p:txBody>
      </p:sp>
      <p:sp>
        <p:nvSpPr>
          <p:cNvPr id="52" name="Shape 48"/>
          <p:cNvSpPr/>
          <p:nvPr/>
        </p:nvSpPr>
        <p:spPr>
          <a:xfrm flipH="1">
            <a:off x="7172995" y="3971613"/>
            <a:ext cx="1417320" cy="868683"/>
          </a:xfrm>
          <a:prstGeom prst="line">
            <a:avLst/>
          </a:prstGeom>
          <a:noFill/>
          <a:ln w="22225">
            <a:solidFill>
              <a:srgbClr val="B35C1E"/>
            </a:solidFill>
            <a:prstDash val="solid"/>
            <a:tailEnd type="triangle"/>
          </a:ln>
        </p:spPr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CD4AED41-9C8E-4BDB-A52A-2A2C8E20CA16}"/>
              </a:ext>
            </a:extLst>
          </p:cNvPr>
          <p:cNvSpPr/>
          <p:nvPr/>
        </p:nvSpPr>
        <p:spPr>
          <a:xfrm>
            <a:off x="3060943" y="1928287"/>
            <a:ext cx="256032" cy="164592"/>
          </a:xfrm>
          <a:prstGeom prst="rightArrow">
            <a:avLst/>
          </a:prstGeom>
          <a:solidFill>
            <a:srgbClr val="22222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1566</TotalTime>
  <Words>76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Abdulrahman Ahmed Ahmed Alfakih</dc:creator>
  <cp:lastModifiedBy>Abdulrahman Ahmed Ahmed Alfakih</cp:lastModifiedBy>
  <cp:revision>4</cp:revision>
  <dcterms:created xsi:type="dcterms:W3CDTF">2026-07-30T12:16:30Z</dcterms:created>
  <dcterms:modified xsi:type="dcterms:W3CDTF">2026-08-01T15:05:51Z</dcterms:modified>
</cp:coreProperties>
</file>